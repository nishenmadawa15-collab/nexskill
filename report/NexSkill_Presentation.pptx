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NexSkill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Skill-Based Opportunity Matching Platform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Challenges and Competitions (TCC) Module  ·  CCS2360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Computing  ·  SLTC Research University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Shakkya Sanketh (CIT-24-01-0573)  ·  Malitha Gayashan (CIT-24-01-0562)  ·  Nishen Madava (CIT-24-01-0256)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Chamika Janith (CIT-24-01-0182)  ·  Tharusha Pieris (CIT-24-01-0486)  ·  Chamoda Dulhari (CIT-24-01-0598)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Sri Lankan platform ranks internship fit — only manual CVs and passive job boards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unranked process: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email CVs; companies screen hundreds by hand for each role.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skills-jobs mismatch: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experience is a primary employment barrier, independent of GPA [2].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TopJobs.lk: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no candidate-to-posting matching; no university-facing reporting.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Handshake, Internshala: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localised for Sri Lanka; no local university integration.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Ariyawansa, R. G. (2008). Employability of Graduates of Sri Lankan Universities. Sri Lanka Journal of HRM, 2(1).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surveyed platform combines transparent ranking, skill-gap guidance, and a digital offer workflow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14600"/>
        </p:xfrm>
        <a:graphic>
          <a:graphicData uri="http://schemas.openxmlformats.org/drawingml/2006/table">
            <a:tbl>
              <a:tblPr/>
              <a:tblGrid>
                <a:gridCol w="1920240"/>
                <a:gridCol w="1261872"/>
                <a:gridCol w="1261872"/>
                <a:gridCol w="1261872"/>
                <a:gridCol w="1261872"/>
                <a:gridCol w="1261872"/>
              </a:tblGrid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TopJobs.lk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Handshake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Internshala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NexSkill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Skill-based ranking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(opaque)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(opaque)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Filter-only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transparent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Explainable score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5-factor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Skill-gap guidance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Unrelated courses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per posting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University dashboard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analytics+CSV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offer workflow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send/accept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Lanka localised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776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40690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Novelty: 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every platform surveyed, NexSkill uniquely combines a transparent 5-factor match score, a per-posting skill-gap analyser, a university placement dashboard, and a full digital offer-letter workflow — purpose-built and localised for Sri Lanka.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Aim: an explainable weighted-matching platform for Sri Lanka’s internship market, delivered across 6 objectives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matching engine (45/20/15/10/10) + evaluation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portal — profile, CV skill extraction, 1-click apply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Analyser + course recommendations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offer-letter workflow with PDF generation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O5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dashboard — real-time analytics + report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O6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documented optimisation iterations w/ metrics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7373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—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profile → ranked matches → apply → accept offer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—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role → ranked candidates → shortlist → send offer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—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analytics → downloadable report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— 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accounts → moderate → platform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architecture: React client, Next.js server, Supabase Postgres with Row-Level Security on every table</a:t>
            </a:r>
            <a:endParaRPr lang="en-US" sz="2000" dirty="0"/>
          </a:p>
        </p:txBody>
      </p:sp>
      <p:pic>
        <p:nvPicPr>
          <p:cNvPr id="3" name="Image 0" descr="C:\Users\NM Abedeera\AppData\Local\Temp\claude\F--TCC-project-nexskill-prototype\f0b6411b-4e34-4f2c-b077-03247c62ff39\scratchpad\diagram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937760" cy="31729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577840" y="14173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Database-level security: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enabled on every one of 9 Postgres tables — Postgres itself, not app code, decides what a query may touch.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Auto-provisioning: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signup trigger creates the role-specific profile row and links students to their university.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privileged runtime credential: 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query runs with the visitor’s own session.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Next.js 16 / React 19 and Supabase Postgres, evaluated against a 40-pair seeded dataset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3931920" cy="283464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</a:tblGrid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16.3.8 (App Router)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runtime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19.3.0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Tailwind CSS 3.4.4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/ DB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Supabase (Postgres 17 + Auth)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 generation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jsPDF 2.5.1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TF-IDF engine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(lib/tfidf.js)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Dataset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846320" y="17373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181051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23042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72200" y="181051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23042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9808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181051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3042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46320" y="27432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81635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3101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27432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72200" y="281635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33101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498080" y="27432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0" y="281635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33101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Eval. pairs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3794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students × 4 postings = 40 pairs scored by the real, unmodified matching engine for evaluation (Slide 9).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functional-requirement groups trace directly to shipped code, enforced by Row-Level Security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65176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FR-MATCH / -04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 postings for a student / candidates for a posting by weighted match score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FR-NLP-01 / -04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 candidate skills from CV text; student confirms/edits before saving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FR-COMP-02 / -03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companies post internships and manage their own postings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FR-OFR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Digital, auditable offer letters — send, accept, decline, timestamped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FR-UNI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University placement analytics scoped to its own enrolled students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FR-ADM-01..04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verification queue, user listing, posting moderation, analytics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418795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NFR-PERF-01: 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match list computed and rendered in under 3 seconds — measured live on every page load.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match score ships with a real, explainable 5-factor breakdown</a:t>
            </a:r>
            <a:endParaRPr lang="en-US" sz="2200" dirty="0"/>
          </a:p>
        </p:txBody>
      </p:sp>
      <p:pic>
        <p:nvPicPr>
          <p:cNvPr id="3" name="Image 0" descr="C:\Users\NM Abedeera\AppData\Local\Temp\claude\F--TCC-project-nexskill-prototype\f0b6411b-4e34-4f2c-b077-03247c62ff39\scratchpad\screenshots\03-student-match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120640" cy="23134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57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— ranked matches, real app output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14173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WSO2 posting — 100% skill overlap: 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required skill matched exactly.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Sysco LABS posting — 57% skill overlap: 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TF-IDF partial credit (React ↔ UI/UX tag overlap), not a curated match.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transparent score, both sides: </a:t>
            </a:r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recruiters see the identical 5-factor breakdown.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precision, 90% recall — and two real defects found, root-caused, and fixed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44752"/>
            <a:ext cx="1783080" cy="6309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23567"/>
            <a:ext cx="17830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59152" y="137160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9152" y="1444752"/>
            <a:ext cx="1783080" cy="6309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359152" y="2023567"/>
            <a:ext cx="17830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03904" y="1371600"/>
            <a:ext cx="1280160" cy="1051560"/>
          </a:xfrm>
          <a:prstGeom prst="roundRect">
            <a:avLst>
              <a:gd name="adj" fmla="val 6957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03904" y="1444752"/>
            <a:ext cx="1280160" cy="6309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803904" y="2023567"/>
            <a:ext cx="128016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06040"/>
            <a:ext cx="5084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63240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 passing (counting re-tests after fixes)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66160"/>
            <a:ext cx="5084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confusion matrix (40 pairs): 9 TP · 1 FP · 1 FN · 29 TN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14173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TC-05 (security): </a:t>
            </a:r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WITH CHECK clause silently blocked admin writes while reporting success — found, fixed, re-tested.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TC-09 (framework): </a:t>
            </a:r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async-params change broke every dynamic route — found, fixed, re-tested.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 correlation r = −0.01: </a:t>
            </a:r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Sprint 5 weight shift (skill overlap 45% → 55%, GPA 20% → 10%).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Six-member team — full individual contributions detailed in Final Report, Appendix A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01752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4846320"/>
              </a:tblGrid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 No.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Contribution summary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Shakkya Sanketh (Lead)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CIT-24-01-0573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Appendix A — written by each member in their own words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Malitha Gayashan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CIT-24-01-0562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Appendix A — written by each member in their own words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Nishen Madava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CIT-24-01-0256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Supabase/RLS migration, matching engine + TF-IDF layer, algorithm evaluation (Ch.8), RLS security fix (TC-05), Next.js 16 upgrade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Chamika Janith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CIT-24-01-0182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Appendix A — written by each member in their own words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Tharusha Pieris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CIT-24-01-0486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Appendix A — written by each member in their own words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Chamoda Dulhari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CIT-24-01-0598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Appendix A — written by each member in their own words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the report guideline, each member’s contribution, learnings, and problems encountered must be written individually — not summarised by one author.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6 objectives fully achieved; 90% precision/recall; 11/11 tests passing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2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user study — evaluation is dataset-driven against an algorithm-independent ground truth.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2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parser is rule-based dictionary matching, not a fine-tuned spaCy NER model.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2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are in-app only — no Firebase Cloud Messaging push (O4 partially achieved).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2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dataset (40 pairs) — the weight shift changed no classification outcome at this scale.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Work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7830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2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a spaCy NER model for CV skill extraction, as originally proposed.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2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Firebase Cloud Messaging for real-time push notifications.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2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optimisation experiment on a larger, real-usage dataset.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2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a live user study — student survey and recruiter interviews.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repository and Final Report available on request  ·  nishenmadava15@gmail.com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2026-10-01T04:26:50Z</dcterms:created>
  <dcterms:modified xsi:type="dcterms:W3CDTF">2026-10-01T04:26:50Z</dcterms:modified>
</cp:coreProperties>
</file>